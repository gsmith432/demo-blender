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AI DEPLOYMENT MANAGER — INTERVIEW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8EDF5"/>
                </a:solidFill>
                <a:latin typeface="Segoe UI"/>
              </a:defRPr>
            </a:pPr>
            <a:r>
              <a:t>Executive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6424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  <a:r>
              <a:t>Portfolio prioritization, champion strategy, and a live EBR role-play with Databricks leadership.</a:t>
            </a:r>
          </a:p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  <a:r>
              <a:t>Gabriel Smith  ·  Confidential — fictional scenario data  · 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EDF5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DF5"/>
                </a:solidFill>
                <a:latin typeface="Segoe UI"/>
              </a:defRPr>
            </a:pPr>
            <a:r>
              <a:t>Portfolio prioritization — top 5 accounts &amp; 2 deprioritized</a:t>
            </a:r>
          </a:p>
          <a:p>
            <a:pPr>
              <a:spcAft>
                <a:spcPts val="1000"/>
              </a:spcAft>
              <a:defRPr sz="2000">
                <a:solidFill>
                  <a:srgbClr val="E8EDF5"/>
                </a:solidFill>
                <a:latin typeface="Segoe UI"/>
              </a:defRPr>
            </a:pPr>
            <a:r>
              <a:t>Champion strategy — 5 individuals at Uber (prioritized account)</a:t>
            </a:r>
          </a:p>
          <a:p>
            <a:pPr>
              <a:spcAft>
                <a:spcPts val="1000"/>
              </a:spcAft>
              <a:defRPr sz="2000">
                <a:solidFill>
                  <a:srgbClr val="E8EDF5"/>
                </a:solidFill>
                <a:latin typeface="Segoe UI"/>
              </a:defRPr>
            </a:pPr>
            <a:r>
              <a:t>EBR role-play — Business review with Databricks leadership</a:t>
            </a:r>
          </a:p>
          <a:p>
            <a:pPr>
              <a:spcAft>
                <a:spcPts val="1000"/>
              </a:spcAft>
              <a:defRPr sz="2000">
                <a:solidFill>
                  <a:srgbClr val="E8EDF5"/>
                </a:solidFill>
                <a:latin typeface="Segoe UI"/>
              </a:defRPr>
            </a:pPr>
            <a:r>
              <a:t>Product roadmap — Cloud Agents, Automations, Bugbot + live demo</a:t>
            </a:r>
          </a:p>
          <a:p>
            <a:pPr>
              <a:spcAft>
                <a:spcPts val="1000"/>
              </a:spcAft>
              <a:defRPr sz="2000">
                <a:solidFill>
                  <a:srgbClr val="E8EDF5"/>
                </a:solidFill>
                <a:latin typeface="Segoe UI"/>
              </a:defRPr>
            </a:pPr>
            <a:r>
              <a:t>Strategic initiatives — where to prioritize &amp; 90-day next steps</a:t>
            </a:r>
          </a:p>
          <a:p>
            <a:pPr>
              <a:spcAft>
                <a:spcPts val="1000"/>
              </a:spcAft>
              <a:defRPr sz="2000">
                <a:solidFill>
                  <a:srgbClr val="E8EDF5"/>
                </a:solidFill>
                <a:latin typeface="Segoe UI"/>
              </a:defRPr>
            </a:pPr>
            <a:r>
              <a:t>Asks for Cursor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EDF5"/>
                </a:solidFill>
                <a:latin typeface="Segoe UI"/>
              </a:defRPr>
            </a:pPr>
            <a:r>
              <a:t>Prioritization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36118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18488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ADM fit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Metrics &amp; ROI storytelling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Enterprise rollouts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Champion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08760"/>
            <a:ext cx="36118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18488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Scale &amp; whitespace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4K+ SWEs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&lt;60% active or &lt;15% power-user penetration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508760"/>
            <a:ext cx="36118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18488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Retention urgency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Health &amp; renewal timing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ARR at risk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Competitor trends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36118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Growth trajectory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Positive/recoverable MoM active trend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Limited competitor displacement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840480"/>
            <a:ext cx="36118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50208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Strategic value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Partnerships &amp; references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Ecosystem unlock (e.g. Databricks)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840480"/>
            <a:ext cx="36118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950208"/>
            <a:ext cx="3337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Expansion runway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Low cloud/agent usage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Automations &amp; Bugbot upsell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12-account mixed book · $195K–$1.4M ARR · renewal 3–9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8EDF5"/>
                </a:solidFill>
                <a:latin typeface="Segoe UI"/>
              </a:defRPr>
            </a:pPr>
            <a:r>
              <a:t>Top 5 accounts to prioritize (next 90 days)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7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42367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SWEs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Active%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Cloud%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Why prioritize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LinkedIn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$1.40M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10,025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3.7%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Highest ARR at risk; hackathon interest; massive whitespace; +31% competitor. #1 priority.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Uber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$980K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15,423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54%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10.3%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Post-rollout gap; expand into 2 eng orgs; build champions. Largest SWE base.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Spotify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$1.00M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Yellow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3,525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40%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10.2%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Exec wants expansion but needs adoption-depth proof. Retention vs. +39% competitor.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Databricks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$420K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Yellow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5,480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19.2%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Strategic partnership; under-monetized; QBR this quarter; competitor declining.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Workday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$1.25M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Yellow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7,095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93%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33.1%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+50% MoM growth; ADM runs consumption analysis for renewal ROI story.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AA8BC"/>
                </a:solidFill>
                <a:latin typeface="Segoe UI"/>
              </a:defRPr>
            </a:pPr>
            <a:r>
              <a:t>Note: Strong alternate for Workday is Stripe ($1.35M, Red, 4 mo renewal, 2.5% cloud).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EDF5"/>
                </a:solidFill>
                <a:latin typeface="Segoe UI"/>
              </a:defRPr>
            </a:pPr>
            <a:r>
              <a:t>2 accounts to deprioritize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Figma — $280K · 737 SWEs · 3 mo renewal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100% penetration but declining: −12% MoM active, −15.75% competitor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Active competitor pilot — ADM can't add headcount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Competitive defense / product fit, not rollout work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Already end-to-end; limited 90-day ADM leverage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54496" y="15544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6642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Notion — $195K · 874 SWEs · 3 mo renewal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20116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Stuck on unresolved product/security concerns, not growth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ADM can escalate feedback but can't fix blockers in 90 days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Below 4K SWE bar; small commercial footprint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Oversold position damages trust — route to Product/Eng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Also on watch: Disney (12K SWE, no exec sponsor) · Rivian (AE deprioritized) · Gusto (below 4K SWE)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CHAMPIONS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EDF5"/>
                </a:solidFill>
                <a:latin typeface="Segoe UI"/>
              </a:defRPr>
            </a:pPr>
            <a:r>
              <a:t>Champion strategy — 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EDF5"/>
                </a:solidFill>
                <a:latin typeface="Segoe UI"/>
              </a:defRPr>
            </a:pPr>
            <a:r>
              <a:t>Selected account: largest SWE footprint, post-rollout whitespace, AE-identified expansion into two additional eng orgs.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214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Convert power users into org-wide advocates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Establish rollout owner where none exists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4496" y="20116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21214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4688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Strong Q-1 onboarding, then engagement drop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Classic champion vacuum after rollout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6072" y="20116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43232" y="21214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43232" y="24688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3 champions activated in 90 days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Exec EBR with adoption-depth metrics &amp; expansion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CHAMPIONS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5"/>
                </a:solidFill>
                <a:latin typeface="Segoe UI"/>
              </a:defRPr>
            </a:pPr>
            <a:r>
              <a:t>5 champion targets at Uber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6177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Why champion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First meeting (30 min)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Priya Sharma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Dir Eng, Developer Platform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Owns dev tooling standards; natural buyer for org-wide rollout governance.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Listen: rollout gaps. Show: peer benchmark (54% vs 70%+). Ask: co-own 90-day depth playbook.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Marcus Webb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Sr EM, Mobility Core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Manages expansion org; 92% agent usage, 10% cloud — ready for automation upsell.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Listen: team usage today. Show: power-user teardown. Ask: pilot Automations for PR review.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Elena Vasquez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Staff Eng, AI DevEx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Internal AI tooling advocate; de facto power user; scales best practices.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Listen: post-Q1 blockers. Show: Cloud Agent + Automations demo. Ask: co-host Agentic Dev lunch &amp; learn.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CHAMPIONS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5"/>
                </a:solidFill>
                <a:latin typeface="Segoe UI"/>
              </a:defRPr>
            </a:pPr>
            <a:r>
              <a:t>5 champion targets at Uber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9987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Why champion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First meeting (30 min)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James Okonkwo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VP Eng, Marketplace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Exec sponsor for 2nd expansion org; needs ROI proof before commercial conversation.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Listen: expansion criteria. Show: 90-day adoption dashboard. Ask: quarterly EBR cadence.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Sofia Lindström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Principal Eng, Infrastructure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Credible technical voice; influences security reviews; unblocks admin bottleneck.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Listen: compliance concerns. Show: enterprise controls + Bugbot rules. Ask: join admin working group.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5"/>
                </a:solidFill>
                <a:latin typeface="Segoe UI"/>
              </a:defRPr>
            </a:pPr>
            <a:r>
              <a:t>Executive Business Review —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EDF5"/>
                </a:solidFill>
                <a:latin typeface="Segoe UI"/>
              </a:defRPr>
            </a:pPr>
            <a:r>
              <a:t>Strategic ecosystem partnership · $420K ARR · 5,480 SWEs · 80% active · 4 mo to renewal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Attendees — Cursor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ADM — Gabriel Smith (facilitator)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Account Executive — partnership &amp; commercial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Solutions Engineer — technical deep-dives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4496" y="196596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207568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Attendees —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42316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Naveen Zutshi — Chief Information Officer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Bruce Wong — Head of Data Platform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Sam Shah — VP of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5"/>
                </a:solidFill>
                <a:latin typeface="Segoe UI"/>
              </a:defRPr>
            </a:pPr>
            <a:r>
              <a:t>Usage &amp; partnership to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78352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3304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Adoption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3040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L30D active users: 4,392 (80% of SWEs)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Power users: 530 (12% of active · 9.7% of SWEs)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Agent usage: 90% · Composer: 20%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Cloud Agent usage: 19.2%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~4,000 developers onboarded in first ~5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7304" y="1554480"/>
            <a:ext cx="3578352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4464" y="1664208"/>
            <a:ext cx="3304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Partnership to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4464" y="2011680"/>
            <a:ext cx="33040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Strategic ecosystem partnership — leadership QBR this quarter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Fantastic initial rollout; partner team highly responsive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80% breadth adoption; opportunity to convert to depth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Competitor trend declining (−8.7% MoM) — momentum with Cursor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Renewal in 4 months — strong sentiment, expansion upside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1688" y="1554480"/>
            <a:ext cx="3578352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8848" y="1664208"/>
            <a:ext cx="3304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Usage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8848" y="2011680"/>
            <a:ext cx="33040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MoM active users: +25.5%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MoM competitor users: −8.7%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Cloud adoption trending up from rollout baseline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Power-user depth lagging breadth — education opportunity</a:t>
            </a:r>
          </a:p>
          <a:p>
            <a:pPr>
              <a:spcAft>
                <a:spcPts val="500"/>
              </a:spcAft>
              <a:defRPr sz="1100">
                <a:solidFill>
                  <a:srgbClr val="9AA8BC"/>
                </a:solidFill>
                <a:latin typeface="Segoe UI"/>
              </a:defRPr>
            </a:pPr>
            <a:r>
              <a:t>Agent / Cloud workflows driving fastest-growing cohort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EDF5"/>
                </a:solidFill>
                <a:latin typeface="Segoe UI"/>
              </a:defRPr>
            </a:pPr>
            <a:r>
              <a:t>Value realized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26974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61848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Code velocity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3× PRs merged for power users via Agents / Cloud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9272" y="1508760"/>
            <a:ext cx="26974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1848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Developer time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Every agent session ≈ 3 hrs of developer time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5624" y="1508760"/>
            <a:ext cx="26974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61848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Quality at speed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65% PR merge rate — highest among tech vertical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1508760"/>
            <a:ext cx="2697480" cy="214884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1704" y="161848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0A5FA"/>
                </a:solidFill>
                <a:latin typeface="Segoe UI"/>
              </a:defRPr>
            </a:pPr>
            <a:r>
              <a:t>Output &amp; ROI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Average developer ~3× output — savings scale with active cohort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1106424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ROI framing: ~3× output × 4,392 active devs × 3 hrs saved per agent session → material capacity recovery.</a:t>
            </a:r>
          </a:p>
          <a:p>
            <a:pPr>
              <a:spcAft>
                <a:spcPts val="6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65% merge rate proves velocity gains without sacrificing quality — foundation for org-wide expansion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5"/>
                </a:solidFill>
                <a:latin typeface="Segoe UI"/>
              </a:defRPr>
            </a:pPr>
            <a:r>
              <a:t>Strategic initiatives supported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Databricks initiative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Value delivered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Vulnerability backlog burndown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Trust &amp; Safety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Cloud Agents + Automations triage and remediate CVEs at ~30× manual pace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Automated test coverage reporting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App Integration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Agents generate coverage reports on schedule; ~30× faster than manual audits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Synchronous → async code migration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Billing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Cloud workflows migrate legacy sync patterns; ~30× efficiency vs. hand migration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Bug issue triaging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Core Product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Automations + Bugbot route, classify, and draft fixes; ~30× triage throughput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EDF5"/>
                </a:solidFill>
                <a:latin typeface="Segoe UI"/>
              </a:defRPr>
            </a:pPr>
            <a:r>
              <a:t>Partnership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Positives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Product usability — IDE works really well for daily engineering workflows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Fantastic initial rollout: ~4,000 developers onboarded in first ~5 months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Partner team incredibly responsive with clear value framework for code velocity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Responsive support team — no outstanding issues, all within SLA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54496" y="15544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6642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Areas for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20116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More admin controls on which models each user can access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Cloud adoption — highest ROI surface; currently under-penetrated vs. potential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Building a long-term adoption / education framework beyond initial rollout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Strategic roadmap alignment — which top initiatives &amp; teams should we co-prioritize?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8EDF5"/>
                </a:solidFill>
                <a:latin typeface="Segoe UI"/>
              </a:defRPr>
            </a:pPr>
            <a:r>
              <a:t>What's next — Cursor 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3611880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EE7B7"/>
                </a:solidFill>
                <a:latin typeface="Segoe UI"/>
              </a:defRPr>
            </a:pPr>
            <a:r>
              <a:t>Cloud Agents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Isolated VMs with full dev environments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Parallel agents; MCP, multi-repo, artifacts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Trigger: IDE, web, Slack, GitHub, Linear, API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Databricks fit: async migrations across Billing &amp; Core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463040"/>
            <a:ext cx="3611880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72768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EE7B7"/>
                </a:solidFill>
                <a:latin typeface="Segoe UI"/>
              </a:defRPr>
            </a:pPr>
            <a:r>
              <a:t>Automations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Schedule or event-triggered agents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PR, Slack, PagerDuty, webhooks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Marketplace templates + memory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Databricks fit: vuln burndown, test coverage, bug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463040"/>
            <a:ext cx="3611880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72768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EE7B7"/>
                </a:solidFill>
                <a:latin typeface="Segoe UI"/>
              </a:defRPr>
            </a:pPr>
            <a:r>
              <a:t>Bugbot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Auto-review on every PR; custom rules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70%+ flags resolved before merge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Autofix spawns Cloud Agent to fix &amp; push</a:t>
            </a:r>
          </a:p>
          <a:p>
            <a:pPr>
              <a:defRPr sz="1100">
                <a:solidFill>
                  <a:srgbClr val="9AA8BC"/>
                </a:solidFill>
                <a:latin typeface="Segoe UI"/>
              </a:defRPr>
            </a:pPr>
            <a:r>
              <a:t>• Databricks fit: Trust &amp; Safety + Core Product quality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5"/>
                </a:solidFill>
                <a:latin typeface="Segoe UI"/>
              </a:defRPr>
            </a:pPr>
            <a:r>
              <a:t>Demo: Automations with Cloud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Vulnerability backlog automation for Databricks Trust &amp; Safety</a:t>
            </a: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Trigger: Daily 6am PT · new CVE alerts in security queue</a:t>
            </a: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1. Cloud Agent clones repo, reviews last 7 days of merged PRs</a:t>
            </a: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2. Runs targeted test suite in isolated VM; captures screenshot artifacts</a:t>
            </a: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3. Posts summary to #trust-safety-eng Slack with prioritized findings</a:t>
            </a: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4. If critical: opens draft PR with Autofix via Bugbot integration</a:t>
            </a: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DF5"/>
                </a:solidFill>
                <a:latin typeface="Segoe UI"/>
              </a:defRPr>
            </a:pPr>
            <a:r>
              <a:t>90-day pilot: Trust &amp; Safety → App Integration → org-wide Automations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EBR · STRATEGIC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8EDF5"/>
                </a:solidFill>
                <a:latin typeface="Segoe UI"/>
              </a:defRPr>
            </a:pPr>
            <a:r>
              <a:t>Where to prioritize &amp; 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2367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9AA8BC"/>
                          </a:solidFill>
                          <a:latin typeface="Segoe UI"/>
                        </a:defRPr>
                      </a:pPr>
                      <a:r>
                        <a:t>Success metric</a:t>
                      </a:r>
                    </a:p>
                  </a:txBody>
                  <a:tcPr>
                    <a:solidFill>
                      <a:srgbClr val="18202C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P0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Strategic roadmap alignment with Naveen / Sam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ADM + AE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Wk 1–2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Top 4 team initiatives confirmed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P0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Cloud adoption education framework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ADM + Bruce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Wk 2–4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Cloud usage 19% → 30%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P1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Vuln burndown Automation (Trust &amp; Safety)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Bruce + SE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Wk 4–8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~30× burndown velocity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P1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Bug triage Automation (Core Product)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Sam + SE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Wk 6–10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Triage throughput 30× baseline</a:t>
                      </a:r>
                    </a:p>
                  </a:txBody>
                  <a:tcPr anchor="t">
                    <a:solidFill>
                      <a:srgbClr val="0B0F14"/>
                    </a:solidFill>
                  </a:tcPr>
                </a:tc>
              </a:tr>
              <a:tr h="423672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P2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Quarterly EBR + expansion business case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Naveen + AE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Wk 10–12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E8EDF5"/>
                          </a:solidFill>
                          <a:latin typeface="Segoe UI"/>
                        </a:defRPr>
                      </a:pPr>
                      <a:r>
                        <a:t>Expansion proposal presented</a:t>
                      </a:r>
                    </a:p>
                  </a:txBody>
                  <a:tcPr anchor="t"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ASKS FOR CURSOR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8EDF5"/>
                </a:solidFill>
                <a:latin typeface="Segoe UI"/>
              </a:defRPr>
            </a:pPr>
            <a:r>
              <a:t>3 areas where I need leadership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1. Ongoing product ↔ field forum sessions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   Ask: Bi-weekly ADM + Product + Eng forum for field signal and roadmap visibility.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   Question: What is our forum today? Is there a structured channel, or do ADMs route feedback ad hoc?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2. Cursor exec leadership to unlock next-level partnerships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   Ask: Exec-to-exec alignment for Databricks, LinkedIn, Uber — not just ADM + VP Eng.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   Why: Accelerates procurement, references, and co-marketing on strategic accounts.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3. Quarterly feedback sessions with leadership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   Ask: 30-min quarterly 1:1 for coaching on portfolio strategy and career growth.</a:t>
            </a:r>
          </a:p>
          <a:p>
            <a:pPr>
              <a:spcAft>
                <a:spcPts val="1000"/>
              </a:spcAft>
              <a:defRPr sz="1400">
                <a:solidFill>
                  <a:srgbClr val="E8EDF5"/>
                </a:solidFill>
                <a:latin typeface="Segoe UI"/>
              </a:defRPr>
            </a:pPr>
            <a:r>
              <a:t>   Question: Where am I falling short? Am I overweighting expansion vs. retention?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ASKS FOR CURSOR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DF5"/>
                </a:solidFill>
                <a:latin typeface="Segoe UI"/>
              </a:defRPr>
            </a:pPr>
            <a:r>
              <a:t>Alignment: which accounts are actually strategic?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The 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12 accounts; framework says whitespace + ADM fit.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Leadership may have different bets (Databricks, Workday, Disney).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Question: How much of my time should be saving vs. expanding?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• Saving: LinkedIn, Stripe, Spotify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• Expanding: Uber, Databricks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• Monitoring: Workday (healthy, limited ADM ROI)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54496" y="1554480"/>
            <a:ext cx="5495544" cy="4572000"/>
          </a:xfrm>
          <a:prstGeom prst="rect">
            <a:avLst/>
          </a:prstGeom>
          <a:solidFill>
            <a:srgbClr val="18202C"/>
          </a:solidFill>
          <a:ln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664208"/>
            <a:ext cx="5221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0A5FA"/>
                </a:solidFill>
                <a:latin typeface="Segoe UI"/>
              </a:defRPr>
            </a:pPr>
            <a:r>
              <a:t>Proposed 90-day time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2011680"/>
            <a:ext cx="5221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Retention / save — 40%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  LinkedIn, Spotify, Stripe check-ins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Expansion / depth — 40%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  Uber, Databricks, champion programs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Strategic / light touch — 20%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  Workday consumption, Disney watch</a:t>
            </a: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AA8BC"/>
                </a:solidFill>
                <a:latin typeface="Segoe UI"/>
              </a:defRPr>
            </a:pPr>
            <a:r>
              <a:t>Seeking leadership sign-off on allocation.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E7B7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8EDF5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642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  <a:r>
              <a:t>Ready to role-play the Databricks EBR live, walk through the Automations demo,</a:t>
            </a:r>
          </a:p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  <a:r>
              <a:t>or deep-dive any account in the portfolio.</a:t>
            </a:r>
          </a:p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9AA8BC"/>
                </a:solidFill>
                <a:latin typeface="Segoe UI"/>
              </a:defRPr>
            </a:pPr>
            <a:r>
              <a:t>Gabriel Smith · ADM Interview · Portfolio exercise data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AA8BC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