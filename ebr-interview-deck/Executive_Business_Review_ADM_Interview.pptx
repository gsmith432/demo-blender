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AI DEPLOYMENT MANAGER — INTERVIEW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E8EDF5"/>
                </a:solidFill>
                <a:latin typeface="Segoe UI"/>
              </a:defRPr>
            </a:pPr>
            <a:r>
              <a:t>Executive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11064240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9AA8BC"/>
                </a:solidFill>
                <a:latin typeface="Segoe UI"/>
              </a:defRPr>
            </a:pPr>
            <a:r>
              <a:t>Portfolio prioritization, champion strategy, and a live EBR role-play with Uber Engineering Leadership.</a:t>
            </a:r>
          </a:p>
          <a:p>
            <a:pPr>
              <a:spcAft>
                <a:spcPts val="600"/>
              </a:spcAft>
              <a:defRPr sz="1800">
                <a:solidFill>
                  <a:srgbClr val="9AA8B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9AA8BC"/>
                </a:solidFill>
                <a:latin typeface="Segoe UI"/>
              </a:defRPr>
            </a:pPr>
            <a:r>
              <a:t>Gabriel Smith  ·  Confidential — fictional scenario data  · 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E8EDF5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E8EDF5"/>
                </a:solidFill>
                <a:latin typeface="Segoe UI"/>
              </a:defRPr>
            </a:pPr>
            <a:r>
              <a:t>Portfolio prioritization — top 5 accounts &amp; 2 deprioritized</a:t>
            </a:r>
          </a:p>
          <a:p>
            <a:pPr>
              <a:spcAft>
                <a:spcPts val="1000"/>
              </a:spcAft>
              <a:defRPr sz="2000">
                <a:solidFill>
                  <a:srgbClr val="E8EDF5"/>
                </a:solidFill>
                <a:latin typeface="Segoe UI"/>
              </a:defRPr>
            </a:pPr>
            <a:r>
              <a:t>Champion strategy — 5 individuals at Uber (prioritized account)</a:t>
            </a:r>
          </a:p>
          <a:p>
            <a:pPr>
              <a:spcAft>
                <a:spcPts val="1000"/>
              </a:spcAft>
              <a:defRPr sz="2000">
                <a:solidFill>
                  <a:srgbClr val="E8EDF5"/>
                </a:solidFill>
                <a:latin typeface="Segoe UI"/>
              </a:defRPr>
            </a:pPr>
            <a:r>
              <a:t>EBR role-play — Business review with Uber Engineering</a:t>
            </a:r>
          </a:p>
          <a:p>
            <a:pPr>
              <a:spcAft>
                <a:spcPts val="1000"/>
              </a:spcAft>
              <a:defRPr sz="2000">
                <a:solidFill>
                  <a:srgbClr val="E8EDF5"/>
                </a:solidFill>
                <a:latin typeface="Segoe UI"/>
              </a:defRPr>
            </a:pPr>
            <a:r>
              <a:t>Product roadmap — Cloud Agents, Automations, Bugbot + live demo</a:t>
            </a:r>
          </a:p>
          <a:p>
            <a:pPr>
              <a:spcAft>
                <a:spcPts val="1000"/>
              </a:spcAft>
              <a:defRPr sz="2000">
                <a:solidFill>
                  <a:srgbClr val="E8EDF5"/>
                </a:solidFill>
                <a:latin typeface="Segoe UI"/>
              </a:defRPr>
            </a:pPr>
            <a:r>
              <a:t>Strategic initiatives — where to prioritize &amp; 90-day next steps</a:t>
            </a:r>
          </a:p>
          <a:p>
            <a:pPr>
              <a:spcAft>
                <a:spcPts val="1000"/>
              </a:spcAft>
              <a:defRPr sz="2000">
                <a:solidFill>
                  <a:srgbClr val="E8EDF5"/>
                </a:solidFill>
                <a:latin typeface="Segoe UI"/>
              </a:defRPr>
            </a:pPr>
            <a:r>
              <a:t>Asks for Cursor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8EDF5"/>
                </a:solidFill>
                <a:latin typeface="Segoe UI"/>
              </a:defRPr>
            </a:pPr>
            <a:r>
              <a:t>Prioritization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08760"/>
            <a:ext cx="3611880" cy="214884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18488"/>
            <a:ext cx="3337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60A5FA"/>
                </a:solidFill>
                <a:latin typeface="Segoe UI"/>
              </a:defRPr>
            </a:pPr>
            <a:r>
              <a:t>ADM fit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Metrics &amp; ROI storytelling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Enterprise rollouts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Champion building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508760"/>
            <a:ext cx="3611880" cy="214884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618488"/>
            <a:ext cx="3337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60A5FA"/>
                </a:solidFill>
                <a:latin typeface="Segoe UI"/>
              </a:defRPr>
            </a:pPr>
            <a:r>
              <a:t>Scale &amp; whitespace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4K+ SWEs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&lt;60% active or &lt;15% power-user penetration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508760"/>
            <a:ext cx="3611880" cy="214884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18488"/>
            <a:ext cx="3337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60A5FA"/>
                </a:solidFill>
                <a:latin typeface="Segoe UI"/>
              </a:defRPr>
            </a:pPr>
            <a:r>
              <a:t>Retention urgency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Health &amp; renewal timing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ARR at risk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Competitor trends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3611880" cy="214884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50208"/>
            <a:ext cx="3337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60A5FA"/>
                </a:solidFill>
                <a:latin typeface="Segoe UI"/>
              </a:defRPr>
            </a:pPr>
            <a:r>
              <a:t>Growth trajectory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Positive/recoverable MoM active trend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Limited competitor displacement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840480"/>
            <a:ext cx="3611880" cy="214884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3950208"/>
            <a:ext cx="3337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60A5FA"/>
                </a:solidFill>
                <a:latin typeface="Segoe UI"/>
              </a:defRPr>
            </a:pPr>
            <a:r>
              <a:t>Strategic value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Partnerships &amp; references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Ecosystem unlock (e.g. Databricks)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3840480"/>
            <a:ext cx="3611880" cy="214884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950208"/>
            <a:ext cx="3337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60A5FA"/>
                </a:solidFill>
                <a:latin typeface="Segoe UI"/>
              </a:defRPr>
            </a:pPr>
            <a:r>
              <a:t>Expansion runway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Low cloud/agent usage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Automations &amp; Bugbot upsell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63640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9AA8BC"/>
                </a:solidFill>
                <a:latin typeface="Segoe UI"/>
              </a:defRPr>
            </a:pPr>
            <a:r>
              <a:t>12-account mixed book · $195K–$1.4M ARR · renewal 3–9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8EDF5"/>
                </a:solidFill>
                <a:latin typeface="Segoe UI"/>
              </a:defRPr>
            </a:pPr>
            <a:r>
              <a:t>Top 5 accounts to prioritize (next 90 days)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17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1"/>
              </a:tblGrid>
              <a:tr h="423672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Health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SWEs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Active%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Cloud%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Why prioritize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LinkedIn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$1.40M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Red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10,025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25%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3.7%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Highest ARR at risk; hackathon interest; massive whitespace; +31% competitor. #1 priority.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Uber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$980K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Green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15,423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54%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10.3%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Post-rollout gap; expand into 2 eng orgs; build champions. Largest SWE base.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Spotify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$1.00M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Yellow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3,525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40%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10.2%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Exec wants expansion but needs adoption-depth proof. Retention vs. +39% competitor.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Databricks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$420K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Yellow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5,480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80%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19.2%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Strategic partnership; under-monetized; QBR this quarter; competitor declining.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Workday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$1.25M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Yellow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7,095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93%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33.1%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+50% MoM growth; ADM runs consumption analysis for renewal ROI story.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26480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9AA8BC"/>
                </a:solidFill>
                <a:latin typeface="Segoe UI"/>
              </a:defRPr>
            </a:pPr>
            <a:r>
              <a:t>Note: Strong alternate for Workday is Stripe ($1.35M, Red, 4 mo renewal, 2.5% cloud).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8EDF5"/>
                </a:solidFill>
                <a:latin typeface="Segoe UI"/>
              </a:defRPr>
            </a:pPr>
            <a:r>
              <a:t>2 accounts to deprioritize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Figma — $280K · 737 SWEs · 3 mo renewal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100% penetration but declining: −12% MoM active, −15.75% competitor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Active competitor pilot — ADM can't add headcount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Competitive defense / product fit, not rollout work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Already end-to-end; limited 90-day ADM leverage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916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Notion — $195K · 874 SWEs · 3 mo renewal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0574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Stuck on unresolved product/security concerns, not growth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ADM can escalate feedback but can't fix blockers in 90 days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Below 4K SWE bar; small commercial footprint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Oversold position damages trust — route to Product/Eng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9AA8BC"/>
                </a:solidFill>
                <a:latin typeface="Segoe UI"/>
              </a:defRPr>
            </a:pPr>
            <a:r>
              <a:t>Also on watch: Disney (12K SWE, no exec sponsor) · Rivian (AE deprioritized) · Gusto (below 4K SWE)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CHAMPIONS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8EDF5"/>
                </a:solidFill>
                <a:latin typeface="Segoe UI"/>
              </a:defRPr>
            </a:pPr>
            <a:r>
              <a:t>Champion strategy — Uber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8EDF5"/>
                </a:solidFill>
                <a:latin typeface="Segoe UI"/>
              </a:defRPr>
            </a:pPr>
            <a:r>
              <a:t>Selected account: largest SWE footprint, post-rollout whitespace, AE-identified expansion into two additional eng orgs.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Convert power users into org-wide advocates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Establish rollout owner where none exists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0116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5146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Strong Q-1 onboarding, then engagement drop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Classic champion vacuum after rollout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161520" y="20116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0" y="21488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0" y="25146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3 champions activated in 90 days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Exec EBR with adoption-depth metrics &amp; expansion case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CHAMPIONS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DF5"/>
                </a:solidFill>
                <a:latin typeface="Segoe UI"/>
              </a:defRPr>
            </a:pPr>
            <a:r>
              <a:t>5 champion targets at Uber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1847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61772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Why champion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First meeting (30 min)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</a:tr>
              <a:tr h="4617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Priya Sharma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Dir Eng, Developer Platform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Owns dev tooling standards; natural buyer for org-wide rollout governance.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Listen: rollout gaps. Show: peer benchmark (54% vs 70%+). Ask: co-own 90-day depth playbook.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  <a:tr h="4617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Marcus Webb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Sr EM, Mobility Core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Manages expansion org; 92% agent usage, 10% cloud — ready for automation upsell.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Listen: team usage today. Show: power-user teardown. Ask: pilot Automations for PR review.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</a:tr>
              <a:tr h="4617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Elena Vasquez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Staff Eng, AI DevEx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Internal AI tooling advocate; de facto power user; scales best practices.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Listen: post-Q1 blockers. Show: Cloud Agent + Automations demo. Ask: co-host Agentic Dev lunch &amp; learn.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CHAMPIONS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DF5"/>
                </a:solidFill>
                <a:latin typeface="Segoe UI"/>
              </a:defRPr>
            </a:pPr>
            <a:r>
              <a:t>5 champion targets at Uber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1499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99872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Why champion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First meeting (30 min)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</a:tr>
              <a:tr h="4998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James Okonkwo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VP Eng, Marketplace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Exec sponsor for 2nd expansion org; needs ROI proof before commercial conversation.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Listen: expansion criteria. Show: 90-day adoption dashboard. Ask: quarterly EBR cadence.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  <a:tr h="4998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Sofia Lindström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Principal Eng, Infrastructure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Credible technical voice; influences security reviews; unblocks admin bottleneck.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Listen: compliance concerns. Show: enterprise controls + Bugbot rules. Ask: join admin working group.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EBR ROLE 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8EDF5"/>
                </a:solidFill>
                <a:latin typeface="Segoe UI"/>
              </a:defRPr>
            </a:pPr>
            <a:r>
              <a:t>Executive Business Review — Uber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8EDF5"/>
                </a:solidFill>
                <a:latin typeface="Segoe UI"/>
              </a:defRPr>
            </a:pPr>
            <a:r>
              <a:t>Simulated QBR with James Okonkwo (VP Eng, Marketplace) + Priya Sharma (Dir, Developer Platform)</a:t>
            </a:r>
          </a:p>
          <a:p>
            <a:pPr>
              <a:spcAft>
                <a:spcPts val="600"/>
              </a:spcAft>
              <a:defRPr sz="1700">
                <a:solidFill>
                  <a:srgbClr val="E8EDF5"/>
                </a:solidFill>
                <a:latin typeface="Segoe UI"/>
              </a:defRPr>
            </a:pPr>
            <a:r>
              <a:t>Account: $980K ARR · 15,423 SWEs · Green health · 7 mo to renewal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28600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Attendees — Cursor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ADM — Gabriel Smith (facilitator)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Account Executive — partnership &amp; commercial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Solutions Engineer — technical deep-dives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42316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Attendees — Uber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78892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James Okonkwo — VP Eng, Marketplace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Priya Sharma — Dir, Developer Platform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Elena Vasquez — Staff Eng, AI DevEx (optional)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EBR ·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E8EDF5"/>
                </a:solidFill>
                <a:latin typeface="Segoe UI"/>
              </a:defRPr>
            </a:pPr>
            <a:r>
              <a:t>Usage &amp; partnership to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Adoption snapshot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L30D active users: 8,385 (54% of SWEs)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Power users: 2,757 (17.9% of SWEs)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MoM active trend: +15%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Agent usage: 92% · Composer: 39.9%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Cloud Agent usage: 10.3%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Competitor trend: +7.2% MoM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916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Partnership 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0574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Q-1: Enterprise onboarding — strong rollout across Mobility &amp; Platform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Q0 (now): Engagement plateau; no dedicated rollout owner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AE pipeline: Two additional eng orgs; admin slow on intros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Renewal: 7 months — healthy sentiment; depth proof needed for expansion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EBR ·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8EDF5"/>
                </a:solidFill>
                <a:latin typeface="Segoe UI"/>
              </a:defRPr>
            </a:pPr>
            <a:r>
              <a:t>Value realized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08760"/>
            <a:ext cx="3611880" cy="18288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18488"/>
            <a:ext cx="3337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Velocity</a:t>
            </a:r>
          </a:p>
          <a:p>
            <a:pPr>
              <a:defRPr sz="1200">
                <a:solidFill>
                  <a:srgbClr val="9AA8BC"/>
                </a:solidFill>
                <a:latin typeface="Segoe UI"/>
              </a:defRPr>
            </a:pPr>
            <a:r>
              <a:t>~2.4 hrs saved per dev/week on boilerplate, tests, refactors (survey n=120)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508760"/>
            <a:ext cx="3611880" cy="18288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618488"/>
            <a:ext cx="3337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Quality</a:t>
            </a:r>
          </a:p>
          <a:p>
            <a:pPr>
              <a:defRPr sz="1200">
                <a:solidFill>
                  <a:srgbClr val="9AA8BC"/>
                </a:solidFill>
                <a:latin typeface="Segoe UI"/>
              </a:defRPr>
            </a:pPr>
            <a:r>
              <a:t>18% faster PR cycle time in Mobility Core (Q-1 cohort)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508760"/>
            <a:ext cx="3611880" cy="18288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18488"/>
            <a:ext cx="3337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Scale</a:t>
            </a:r>
          </a:p>
          <a:p>
            <a:pPr>
              <a:defRPr sz="1200">
                <a:solidFill>
                  <a:srgbClr val="9AA8BC"/>
                </a:solidFill>
                <a:latin typeface="Segoe UI"/>
              </a:defRPr>
            </a:pPr>
            <a:r>
              <a:t>8,385 engineers active in 90 days — fastest enterprise ramp in 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1064240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ROI framing: 2.4 hrs/dev/week × 8,385 active × $85/hr ≈ $1.7M/month recovered capacity vs. $980K annual contract.</a:t>
            </a: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Expansion to remaining 46% of SWEs + two new orgs could 2–3× this impact.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EBR ·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DF5"/>
                </a:solidFill>
                <a:latin typeface="Segoe UI"/>
              </a:defRPr>
            </a:pPr>
            <a:r>
              <a:t>Strategic initiatives supported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23672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Uber initiative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How Cursor supports it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Platform modernization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Agent-assisted migrations; Composer for large-scale refactors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Active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AI-native developer experience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Cloud Agents for async tasks; Automations for CI/CD workflows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Early — 10% cloud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Engineering efficiency metrics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ADM adoption dashboard; power-user cohort analysis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In progress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Security &amp; code quality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Bugbot on PRs; custom rules for service mesh patterns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Pilot — 2 squads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Cross-org eng standards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Shared .cursor/rules + champion guild (Elena leading)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Planned Q+1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EBR ·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8EDF5"/>
                </a:solidFill>
                <a:latin typeface="Segoe UI"/>
              </a:defRPr>
            </a:pPr>
            <a:r>
              <a:t>Partnership feedback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Fastest enterprise onboarding — 54% active in 90 days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Strong agent adoption (92%) — daily driver, not a toy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Responsive AE + ADM cadence during rollout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Power-user Slack community (400+ members)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916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Areas for improvement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0574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Post-rollout drop-off — need quarterly touchpoints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Admin bottleneck on cross-org introductions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Cloud Agent awareness: only 10% using cloud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Leadership wants team-level dashboards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Competitor noise: +7% MoM in one Mobility squad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EBR · PRODUCT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8EDF5"/>
                </a:solidFill>
                <a:latin typeface="Segoe UI"/>
              </a:defRPr>
            </a:pPr>
            <a:r>
              <a:t>What's next — Cursor product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63040"/>
            <a:ext cx="36118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3337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6EE7B7"/>
                </a:solidFill>
                <a:latin typeface="Segoe UI"/>
              </a:defRPr>
            </a:pPr>
            <a:r>
              <a:t>Cloud Agents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Isolated VMs with full dev environments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Parallel agents; MCP, multi-repo, artifacts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Trigger: IDE, web, Slack, GitHub, Linear, API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Uber fit: async refactors across monorepo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1463040"/>
            <a:ext cx="36118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572768"/>
            <a:ext cx="3337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6EE7B7"/>
                </a:solidFill>
                <a:latin typeface="Segoe UI"/>
              </a:defRPr>
            </a:pPr>
            <a:r>
              <a:t>Automations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Schedule or event-triggered agents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PR, Slack, PagerDuty, webhooks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Marketplace templates + memory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Uber fit: PR triage, on-call → fix PR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463040"/>
            <a:ext cx="36118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72768"/>
            <a:ext cx="3337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6EE7B7"/>
                </a:solidFill>
                <a:latin typeface="Segoe UI"/>
              </a:defRPr>
            </a:pPr>
            <a:r>
              <a:t>Bugbot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Auto-review on every PR; custom rules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70%+ flags resolved before merge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Autofix spawns Cloud Agent to fix &amp; push</a:t>
            </a:r>
          </a:p>
          <a:p>
            <a:pPr>
              <a:defRPr sz="1100">
                <a:solidFill>
                  <a:srgbClr val="9AA8BC"/>
                </a:solidFill>
                <a:latin typeface="Segoe UI"/>
              </a:defRPr>
            </a:pPr>
            <a:r>
              <a:t>• Uber fit: enforce service-mesh patterns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EBR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8EDF5"/>
                </a:solidFill>
                <a:latin typeface="Segoe UI"/>
              </a:defRPr>
            </a:pPr>
            <a:r>
              <a:t>Demo: Automations with Cloud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Weekly PR quality automation for Uber Mobility Core</a:t>
            </a: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Trigger: Every Monday 9am PT · GitHub PR merged to mobility-core</a:t>
            </a: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1. Cloud Agent clones repo, reviews last 7 days of merged PRs</a:t>
            </a: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2. Runs targeted test suite in isolated VM; captures screenshot artifacts</a:t>
            </a: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3. Posts summary to #mobility-eng Slack with top 3 findings</a:t>
            </a: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4. If critical: opens draft PR with Autofix via Bugbot integration</a:t>
            </a: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E8EDF5"/>
                </a:solidFill>
                <a:latin typeface="Segoe UI"/>
              </a:defRPr>
            </a:pPr>
            <a:r>
              <a:t>90-day pilot: Mobility Core (1 squad) → Marketplace → org-wide Automations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EBR · STRATEGIC INITIATIVES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8EDF5"/>
                </a:solidFill>
                <a:latin typeface="Segoe UI"/>
              </a:defRPr>
            </a:pPr>
            <a:r>
              <a:t>Where to prioritize &amp; next steps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23672"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Priority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Initiative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Owner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900">
                          <a:solidFill>
                            <a:srgbClr val="9AA8BC"/>
                          </a:solidFill>
                          <a:latin typeface="Segoe UI"/>
                        </a:defRPr>
                      </a:pPr>
                      <a:r>
                        <a:t>Success metric</a:t>
                      </a:r>
                    </a:p>
                  </a:txBody>
                  <a:tcPr>
                    <a:solidFill>
                      <a:srgbClr val="18202C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P0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Appoint rollout owner + unblock 2 eng org intros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Priya + ADM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Wk 1–2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Intros scheduled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P0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Adoption-depth dashboard for exec visibility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ADM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Wk 2–4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Team-level active/cloud %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P1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Automations pilot (Mobility Core PR review)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Marcus + Elena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Wk 4–8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Cloud 10% → 20%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P1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Bugbot rollout to 5 squads with custom rules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Sofia + SE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Wk 6–10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70%+ flag resolution</a:t>
                      </a:r>
                    </a:p>
                  </a:txBody>
                  <a:tcPr anchor="t">
                    <a:solidFill>
                      <a:srgbClr val="0B0F14"/>
                    </a:solidFill>
                  </a:tcPr>
                </a:tc>
              </a:tr>
              <a:tr h="423672"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P2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Quarterly EBR + expansion business case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James + AE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Wk 10–12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>
                          <a:solidFill>
                            <a:srgbClr val="E8EDF5"/>
                          </a:solidFill>
                          <a:latin typeface="Segoe UI"/>
                        </a:defRPr>
                      </a:pPr>
                      <a:r>
                        <a:t>Expansion proposal for 2 orgs</a:t>
                      </a:r>
                    </a:p>
                  </a:txBody>
                  <a:tcPr anchor="t"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ASKS FOR CURSOR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E8EDF5"/>
                </a:solidFill>
                <a:latin typeface="Segoe UI"/>
              </a:defRPr>
            </a:pPr>
            <a:r>
              <a:t>3 areas where I need leadership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1. Ongoing product ↔ field forum sessions</a:t>
            </a: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   Ask: Bi-weekly ADM + Product + Eng forum for field signal and roadmap visibility.</a:t>
            </a: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   Question: What is our forum today? Is there a structured channel, or do ADMs route feedback ad hoc?</a:t>
            </a: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2. Cursor exec leadership to unlock next-level partnerships</a:t>
            </a: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   Ask: Exec-to-exec alignment for Databricks, LinkedIn, Uber — not just ADM + VP Eng.</a:t>
            </a: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   Why: Accelerates procurement, references, and co-marketing on strategic accounts.</a:t>
            </a: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3. Quarterly feedback sessions with leadership</a:t>
            </a: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   Ask: 30-min quarterly 1:1 for coaching on portfolio strategy and career growth.</a:t>
            </a:r>
          </a:p>
          <a:p>
            <a:pPr>
              <a:spcAft>
                <a:spcPts val="1000"/>
              </a:spcAft>
              <a:defRPr sz="1400">
                <a:solidFill>
                  <a:srgbClr val="E8EDF5"/>
                </a:solidFill>
                <a:latin typeface="Segoe UI"/>
              </a:defRPr>
            </a:pPr>
            <a:r>
              <a:t>   Question: Where am I falling short? Am I overweighting expansion vs. retention?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ASKS FOR CURSOR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8EDF5"/>
                </a:solidFill>
                <a:latin typeface="Segoe UI"/>
              </a:defRPr>
            </a:pPr>
            <a:r>
              <a:t>Alignment: which accounts are actually strategic?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44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The 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12 accounts; framework says whitespace + ADM fit.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Leadership may have different bets (Databricks, Workday, Disney).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Question: How much of my time should be saving vs. expanding?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• Saving: LinkedIn, Stripe, Spotify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• Expanding: Uber, Databricks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• Monitoring: Workday (healthy, limited ADM ROI)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554480"/>
            <a:ext cx="5440680" cy="4572000"/>
          </a:xfrm>
          <a:prstGeom prst="rect">
            <a:avLst/>
          </a:prstGeom>
          <a:solidFill>
            <a:srgbClr val="18202C"/>
          </a:solidFill>
          <a:ln>
            <a:solidFill>
              <a:srgbClr val="2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91640"/>
            <a:ext cx="5074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60A5FA"/>
                </a:solidFill>
                <a:latin typeface="Segoe UI"/>
              </a:defRPr>
            </a:pPr>
            <a:r>
              <a:t>Proposed 90-day time allocation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05740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Retention / save — 40%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  LinkedIn, Spotify, Stripe check-ins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Expansion / depth — 40%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  Uber, Databricks, champion programs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Strategic / light touch — 20%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  Workday consumption, Disney watch</a:t>
            </a: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AA8BC"/>
                </a:solidFill>
                <a:latin typeface="Segoe UI"/>
              </a:defRPr>
            </a:pPr>
            <a:r>
              <a:t>Seeking leadership sign-off on allocation.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EE7B7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E8EDF5"/>
                </a:solidFill>
                <a:latin typeface="Segoe UI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11064240" cy="1627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9AA8BC"/>
                </a:solidFill>
                <a:latin typeface="Segoe UI"/>
              </a:defRPr>
            </a:pPr>
            <a:r>
              <a:t>Ready to role-play the Uber EBR live, walk through the Automations demo,</a:t>
            </a:r>
          </a:p>
          <a:p>
            <a:pPr>
              <a:spcAft>
                <a:spcPts val="600"/>
              </a:spcAft>
              <a:defRPr sz="1800">
                <a:solidFill>
                  <a:srgbClr val="9AA8BC"/>
                </a:solidFill>
                <a:latin typeface="Segoe UI"/>
              </a:defRPr>
            </a:pPr>
            <a:r>
              <a:t>or deep-dive any account in the portfolio.</a:t>
            </a:r>
          </a:p>
          <a:p>
            <a:pPr>
              <a:spcAft>
                <a:spcPts val="600"/>
              </a:spcAft>
              <a:defRPr sz="1800">
                <a:solidFill>
                  <a:srgbClr val="9AA8BC"/>
                </a:solidFill>
                <a:latin typeface="Segoe UI"/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9AA8BC"/>
                </a:solidFill>
                <a:latin typeface="Segoe UI"/>
              </a:defRPr>
            </a:pPr>
            <a:r>
              <a:t>Gabriel Smith · ADM Interview · Portfolio exercise data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AA8BC"/>
                </a:solidFill>
                <a:latin typeface="Segoe U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